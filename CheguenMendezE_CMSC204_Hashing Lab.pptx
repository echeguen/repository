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A0211-F10C-4F44-89B4-37EE33D9182D}" v="14" dt="2026-03-30T21:19:08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7" autoAdjust="0"/>
    <p:restoredTop sz="94660"/>
  </p:normalViewPr>
  <p:slideViewPr>
    <p:cSldViewPr snapToGrid="0">
      <p:cViewPr>
        <p:scale>
          <a:sx n="60" d="100"/>
          <a:sy n="60" d="100"/>
        </p:scale>
        <p:origin x="302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2" y="1753437"/>
              <a:ext cx="459599" cy="2952978"/>
              <a:chOff x="5427640" y="1844409"/>
              <a:chExt cx="460134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0" y="230300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6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70143" y="2044352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8"/>
              <a:ext cx="454841" cy="2292346"/>
              <a:chOff x="5427641" y="1844410"/>
              <a:chExt cx="455369" cy="2292432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1" y="184441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  <a:p>
                <a:pPr algn="ctr"/>
                <a:endParaRPr lang="en-US" sz="1200" dirty="0"/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53 , 13</a:t>
                </a:r>
              </a:p>
              <a:p>
                <a:pPr algn="ctr"/>
                <a:endParaRPr lang="en-US" sz="1200" dirty="0"/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174,24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  <a:p>
                <a:pPr algn="ctr"/>
                <a:endParaRPr lang="en-US" sz="1200" dirty="0"/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61603" y="3691598"/>
                <a:ext cx="421401" cy="21848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  <a:p>
                <a:pPr algn="ctr"/>
                <a:endParaRPr lang="en-US" sz="1200" dirty="0"/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109,49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7165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39052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  <a:r>
              <a:rPr lang="en-US" sz="1600" dirty="0">
                <a:solidFill>
                  <a:srgbClr val="FF0000"/>
                </a:solidFill>
              </a:rPr>
              <a:t>1 	        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35189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     		</a:t>
            </a:r>
            <a:r>
              <a:rPr lang="en-US" sz="1600" dirty="0">
                <a:solidFill>
                  <a:srgbClr val="FF0000"/>
                </a:solidFill>
              </a:rPr>
              <a:t>1  	         1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35702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 	</a:t>
            </a:r>
            <a:r>
              <a:rPr lang="en-US" sz="1600" dirty="0">
                <a:solidFill>
                  <a:srgbClr val="FF0000"/>
                </a:solidFill>
              </a:rPr>
              <a:t>4 	          2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35702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 </a:t>
            </a:r>
            <a:r>
              <a:rPr lang="en-US" sz="1600" dirty="0">
                <a:solidFill>
                  <a:srgbClr val="FF0000"/>
                </a:solidFill>
              </a:rPr>
              <a:t>1	          2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35189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   		</a:t>
            </a:r>
            <a:r>
              <a:rPr lang="en-US" sz="1600" dirty="0">
                <a:solidFill>
                  <a:srgbClr val="FF0000"/>
                </a:solidFill>
              </a:rPr>
              <a:t>2	         1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35189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  <a:r>
              <a:rPr lang="en-US" sz="1600" dirty="0">
                <a:solidFill>
                  <a:srgbClr val="FF0000"/>
                </a:solidFill>
              </a:rPr>
              <a:t>1 	         1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270</Words>
  <Application>Microsoft Office PowerPoint</Application>
  <PresentationFormat>On-screen Show (4:3)</PresentationFormat>
  <Paragraphs>79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Eric Cheguen Mendez</cp:lastModifiedBy>
  <cp:revision>58</cp:revision>
  <cp:lastPrinted>2015-10-07T21:36:22Z</cp:lastPrinted>
  <dcterms:created xsi:type="dcterms:W3CDTF">2003-12-08T11:02:30Z</dcterms:created>
  <dcterms:modified xsi:type="dcterms:W3CDTF">2026-03-30T21:32:26Z</dcterms:modified>
</cp:coreProperties>
</file>